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ORÁCULO</a:t>
            </a:r>
            <a:endParaRPr lang="en-US" sz="5200" dirty="0"/>
          </a:p>
        </p:txBody>
      </p:sp>
      <p:sp>
        <p:nvSpPr>
          <p:cNvPr id="5" name="Shape 1"/>
          <p:cNvSpPr/>
          <p:nvPr/>
        </p:nvSpPr>
        <p:spPr>
          <a:xfrm>
            <a:off x="2926080" y="2697480"/>
            <a:ext cx="32918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de evolução do Helpdesk da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utilizando Inteligência Artificial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 através de um protótipo funcional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Helpdesk recebe diariamente solicitações de diferentes níveis de complexidade. Parte dessas demandas exige conhecimento técnico e intervenção humana, enquanto outra parcela envolve dúvidas e problemas simples que poderiam ser resolvidos de forma imediata.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965960"/>
            <a:ext cx="3840480" cy="283464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5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Superficial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31520" y="26060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faço para acessar o Wi-Fi?"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redefino minha senha?"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"Onde encontro determinado sistema?"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configuro o e-mail institucional?"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"Meu acesso não funciona, o que devo verificar?"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"Onde encontro o manual/procedimento?"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faço determinada solicitação?"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846320" y="1965960"/>
            <a:ext cx="3840480" cy="283464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5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068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Real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5120640" y="26060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infraestrutura de rede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conectividade que exigem diagnóstico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Indisponibilidade de sistemas ou serviços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hardware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autenticação irresolvíveis pelo usuário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no ambiente de infraestrutura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que dependem de acesso administrativo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PESA DEMAIS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356616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1A3D6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D4FF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25880" y="1371600"/>
            <a:ext cx="914400" cy="914400"/>
          </a:xfrm>
          <a:prstGeom prst="ellipse">
            <a:avLst/>
          </a:prstGeom>
          <a:solidFill>
            <a:srgbClr val="111D38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5544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008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dedica grande parte do seu tempo respondendo dúvidas e orientando procedimentos recorrentes.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91840" y="1097280"/>
            <a:ext cx="2651760" cy="356616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2D1A55"/>
            </a:solidFill>
            <a:prstDash val="solid"/>
          </a:ln>
          <a:effectLst>
            <a:outerShdw sx="100000" sy="100000" kx="0" ky="0" algn="bl" rotWithShape="0" blurRad="127000" dist="50800" dir="16200000">
              <a:srgbClr val="A855F7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60520" y="1371600"/>
            <a:ext cx="914400" cy="914400"/>
          </a:xfrm>
          <a:prstGeom prst="ellipse">
            <a:avLst/>
          </a:prstGeom>
          <a:solidFill>
            <a:srgbClr val="111D38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5448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47472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já conhecidos precisam ser explicados repetidamente, gerando esforço desnecessário.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1097280"/>
            <a:ext cx="2651760" cy="356616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1A3D6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D4FF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995160" y="1371600"/>
            <a:ext cx="914400" cy="914400"/>
          </a:xfrm>
          <a:prstGeom prst="ellipse">
            <a:avLst/>
          </a:prstGeom>
          <a:solidFill>
            <a:srgbClr val="111D38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55448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364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30936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aguarda atendimento para situações que poderiam ter uma solução imediata e automatizada.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parte dessas demandas pudesse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resolvida antes de chegar ao Helpdesk?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0" y="2011680"/>
            <a:ext cx="1828800" cy="1828800"/>
          </a:xfrm>
          <a:prstGeom prst="ellipse">
            <a:avLst/>
          </a:prstGeom>
          <a:solidFill>
            <a:srgbClr val="111D38"/>
          </a:solidFill>
          <a:ln w="38100">
            <a:solidFill>
              <a:srgbClr val="00D4FF"/>
            </a:solidFill>
            <a:prstDash val="solid"/>
          </a:ln>
          <a:effectLst>
            <a:outerShdw sx="100000" sy="100000" kx="0" ky="0" algn="bl" rotWithShape="0" blurRad="254000" dist="50800" dir="16200000">
              <a:srgbClr val="00D4FF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331720"/>
            <a:ext cx="1188720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INTELIGÊNCIA ARTIFICIAL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novo fluxo para o atendimento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 ×  COM A SOLUÇÃO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4114800" cy="329184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1A2D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ATUALMENTE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618488" y="2057400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78308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78308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898648" y="2057400"/>
            <a:ext cx="164592" cy="1645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06324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06324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306324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292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618488" y="324612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783080" y="306324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78308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898648" y="3246120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063240" y="306324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06324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611880" y="2560320"/>
            <a:ext cx="0" cy="41148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  <a:tailEnd type="triangle"/>
          </a:ln>
        </p:spPr>
      </p:sp>
      <p:sp>
        <p:nvSpPr>
          <p:cNvPr id="24" name="Text 17"/>
          <p:cNvSpPr/>
          <p:nvPr/>
        </p:nvSpPr>
        <p:spPr>
          <a:xfrm>
            <a:off x="45720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solicitações seguem o mesmo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até chegar à equipe.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54880" y="1188720"/>
            <a:ext cx="4114800" cy="329184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D4FF">
                <a:alpha val="1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SOLUÇÃO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498348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1A3D6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98348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0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2075688"/>
            <a:ext cx="146304" cy="14630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263640" y="1874520"/>
            <a:ext cx="1097280" cy="640080"/>
          </a:xfrm>
          <a:prstGeom prst="roundRect">
            <a:avLst/>
          </a:prstGeom>
          <a:solidFill>
            <a:srgbClr val="0D2A4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26364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2075688"/>
            <a:ext cx="146304" cy="146304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754380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1A3D66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754380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498348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Simples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983480" y="2971800"/>
            <a:ext cx="1005840" cy="548640"/>
          </a:xfrm>
          <a:prstGeom prst="roundRect">
            <a:avLst/>
          </a:prstGeom>
          <a:solidFill>
            <a:srgbClr val="0D2A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4983480" y="2971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Autoatend.</a:t>
            </a:r>
            <a:endParaRPr lang="en-US" sz="10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608" y="3136392"/>
            <a:ext cx="128016" cy="12801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126480" y="2971800"/>
            <a:ext cx="1005840" cy="548640"/>
          </a:xfrm>
          <a:prstGeom prst="roundRect">
            <a:avLst/>
          </a:prstGeom>
          <a:solidFill>
            <a:srgbClr val="0D2A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126480" y="2971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 ✓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71323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Complexa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7132320" y="2971800"/>
            <a:ext cx="868680" cy="548640"/>
          </a:xfrm>
          <a:prstGeom prst="roundRect">
            <a:avLst/>
          </a:prstGeom>
          <a:solidFill>
            <a:srgbClr val="1A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713232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</a:t>
            </a:r>
            <a:endParaRPr lang="en-US" sz="9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3136392"/>
            <a:ext cx="128016" cy="128016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8092440" y="2971800"/>
            <a:ext cx="868680" cy="548640"/>
          </a:xfrm>
          <a:prstGeom prst="roundRect">
            <a:avLst/>
          </a:prstGeom>
          <a:solidFill>
            <a:srgbClr val="1A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809244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Atend. Téc.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493776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o simples rapidamente.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Direcionar o complexo corretamente.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ISSO MUDA PARA O HELPDESK?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93192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54880" y="1051560"/>
            <a:ext cx="3931920" cy="457200"/>
          </a:xfrm>
          <a:prstGeom prst="roundRect">
            <a:avLst/>
          </a:prstGeom>
          <a:solidFill>
            <a:srgbClr val="0D2A4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solução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dúvidas repetitivas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64792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164592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Autoatendimento para dúvidas recorrentes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gasto com orientações simples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404872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754880" y="228600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9204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focada em demandas complexas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aguarda atendimento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044952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292608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89204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imediata para casos simples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56616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9436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disperso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685032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754880" y="356616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89204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institucional centralizado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420624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9436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disponibilidade da equipe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325112"/>
            <a:ext cx="274320" cy="27432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4754880" y="420624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89204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nível disponível continuamente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SOLUÇÃO PODE SER UTILIZADA?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2588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630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Alunos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580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sistemas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serviços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9184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6052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Servidores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2044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institucionais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internos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Orientações técnicas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2648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99516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630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3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Helpdesk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35508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rápida à documentação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ao diagnóstico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procedimentos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das orientações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4416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6459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08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drasticamente o tempo gasto pela equipe em dúvidas repetitivas e procedimentos recorrentes.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3756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2452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6459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352044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recebe resposta imediata 24/7 para casos simples, sem precisar aguardar na fila.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0488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64592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5508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40080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técnica se concentra em problemas que realmente exigem conhecimento especializado.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288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371600"/>
            <a:ext cx="7680960" cy="73152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3"/>
          <p:cNvSpPr/>
          <p:nvPr/>
        </p:nvSpPr>
        <p:spPr>
          <a:xfrm>
            <a:off x="9144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0876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945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219456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 do protótipo funcional com base em feedback da equipe e dos usuários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31520" y="2240280"/>
            <a:ext cx="7680960" cy="73152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50800" dir="16200000">
              <a:srgbClr val="A855F7">
                <a:alpha val="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" name="Text 8"/>
          <p:cNvSpPr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3774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945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219456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os sistemas e bases de conhecimento da universidade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31520" y="3108960"/>
            <a:ext cx="7680960" cy="73152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14400" y="3200400"/>
            <a:ext cx="548640" cy="5486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9" name="Text 13"/>
          <p:cNvSpPr/>
          <p:nvPr/>
        </p:nvSpPr>
        <p:spPr>
          <a:xfrm>
            <a:off x="9144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24612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1945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2194560" y="3474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da equipe do Helpdesk e alimentação da base de conhecimento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3977640"/>
            <a:ext cx="7680960" cy="73152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50800" dir="16200000">
              <a:srgbClr val="A855F7">
                <a:alpha val="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411480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1945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2194560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 com monitoramento e suporte contínuo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2026-08-13T21:31:02Z</dcterms:created>
  <dcterms:modified xsi:type="dcterms:W3CDTF">2026-08-13T21:31:02Z</dcterms:modified>
</cp:coreProperties>
</file>